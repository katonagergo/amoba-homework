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9364dd174848fb" /><Relationship Type="http://schemas.openxmlformats.org/officeDocument/2006/relationships/extended-properties" Target="/docProps/app.xml" Id="R256c7a59648744aa" /><Relationship Type="http://schemas.openxmlformats.org/officeDocument/2006/relationships/officeDocument" Target="/ppt/presentation.xml" Id="Rfd343c54830f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986df2cfa4b96"/>
  </p:sldMasterIdLst>
  <p:notesMasterIdLst>
    <p:notesMasterId xmlns:r="http://schemas.openxmlformats.org/officeDocument/2006/relationships" r:id="Rbb12a4b9da6d4a66"/>
  </p:notesMasterIdLst>
  <p:sldIdLst>
    <p:sldId xmlns:r="http://schemas.openxmlformats.org/officeDocument/2006/relationships" id="256" r:id="R14b64aae13ad42c4"/>
    <p:sldId xmlns:r="http://schemas.openxmlformats.org/officeDocument/2006/relationships" id="257" r:id="R8106791726674e7b"/>
    <p:sldId xmlns:r="http://schemas.openxmlformats.org/officeDocument/2006/relationships" id="258" r:id="Rbc10667549614d7d"/>
    <p:sldId xmlns:r="http://schemas.openxmlformats.org/officeDocument/2006/relationships" id="259" r:id="R788fe01c16174652"/>
    <p:sldId xmlns:r="http://schemas.openxmlformats.org/officeDocument/2006/relationships" id="260" r:id="R3264ee0a94704d41"/>
    <p:sldId xmlns:r="http://schemas.openxmlformats.org/officeDocument/2006/relationships" id="261" r:id="Rc06571ff638d47aa"/>
    <p:sldId xmlns:r="http://schemas.openxmlformats.org/officeDocument/2006/relationships" id="262" r:id="R15510f6ca34549c6"/>
    <p:sldId xmlns:r="http://schemas.openxmlformats.org/officeDocument/2006/relationships" id="263" r:id="Re5a0952abaad4699"/>
    <p:sldId xmlns:r="http://schemas.openxmlformats.org/officeDocument/2006/relationships" id="264" r:id="R3136659ddabf4dfe"/>
    <p:sldId xmlns:r="http://schemas.openxmlformats.org/officeDocument/2006/relationships" id="265" r:id="Raa1edc529fff44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986df2cfa4b96" /><Relationship Type="http://schemas.openxmlformats.org/officeDocument/2006/relationships/theme" Target="/ppt/theme/theme1.xml" Id="Ra5d8931516bf47e3" /><Relationship Type="http://schemas.openxmlformats.org/officeDocument/2006/relationships/notesMaster" Target="/ppt/notesMasters/notesMaster1.xml" Id="Rbb12a4b9da6d4a66" /><Relationship Type="http://schemas.openxmlformats.org/officeDocument/2006/relationships/presProps" Target="/ppt/presProps.xml" Id="R21dc2e67895f4341" /><Relationship Type="http://schemas.openxmlformats.org/officeDocument/2006/relationships/viewProps" Target="/ppt/viewProps.xml" Id="R2ccc367352ca439d" /><Relationship Type="http://schemas.openxmlformats.org/officeDocument/2006/relationships/tableStyles" Target="/ppt/tableStyles.xml" Id="Rc9c34f4e27ba42b2" /><Relationship Type="http://schemas.openxmlformats.org/officeDocument/2006/relationships/slide" Target="/ppt/slides/slide1.xml" Id="R14b64aae13ad42c4" /><Relationship Type="http://schemas.openxmlformats.org/officeDocument/2006/relationships/slide" Target="/ppt/slides/slide2.xml" Id="R8106791726674e7b" /><Relationship Type="http://schemas.openxmlformats.org/officeDocument/2006/relationships/slide" Target="/ppt/slides/slide3.xml" Id="Rbc10667549614d7d" /><Relationship Type="http://schemas.openxmlformats.org/officeDocument/2006/relationships/slide" Target="/ppt/slides/slide4.xml" Id="R788fe01c16174652" /><Relationship Type="http://schemas.openxmlformats.org/officeDocument/2006/relationships/slide" Target="/ppt/slides/slide5.xml" Id="R3264ee0a94704d41" /><Relationship Type="http://schemas.openxmlformats.org/officeDocument/2006/relationships/slide" Target="/ppt/slides/slide6.xml" Id="Rc06571ff638d47aa" /><Relationship Type="http://schemas.openxmlformats.org/officeDocument/2006/relationships/slide" Target="/ppt/slides/slide7.xml" Id="R15510f6ca34549c6" /><Relationship Type="http://schemas.openxmlformats.org/officeDocument/2006/relationships/slide" Target="/ppt/slides/slide8.xml" Id="Re5a0952abaad4699" /><Relationship Type="http://schemas.openxmlformats.org/officeDocument/2006/relationships/slide" Target="/ppt/slides/slide9.xml" Id="R3136659ddabf4dfe" /><Relationship Type="http://schemas.openxmlformats.org/officeDocument/2006/relationships/slide" Target="/ppt/slides/slide10.xml" Id="Raa1edc529fff44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9380cad7510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7b52d52e6c4f38" /><Relationship Type="http://schemas.openxmlformats.org/officeDocument/2006/relationships/notesMaster" Target="/ppt/notesMasters/notesMaster1.xml" Id="R52a0482c4611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7b3b3c98d141f4" /><Relationship Type="http://schemas.openxmlformats.org/officeDocument/2006/relationships/notesMaster" Target="/ppt/notesMasters/notesMaster1.xml" Id="R9ca357ee6350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af7963bac14ca6" /><Relationship Type="http://schemas.openxmlformats.org/officeDocument/2006/relationships/notesMaster" Target="/ppt/notesMasters/notesMaster1.xml" Id="Ra1f46e1ce9c84d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b1aae167b34e50" /><Relationship Type="http://schemas.openxmlformats.org/officeDocument/2006/relationships/notesMaster" Target="/ppt/notesMasters/notesMaster1.xml" Id="R0c35d8f2857640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5fb02446904642" /><Relationship Type="http://schemas.openxmlformats.org/officeDocument/2006/relationships/notesMaster" Target="/ppt/notesMasters/notesMaster1.xml" Id="Rd1f8e842253a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272823b64496c" /><Relationship Type="http://schemas.openxmlformats.org/officeDocument/2006/relationships/notesMaster" Target="/ppt/notesMasters/notesMaster1.xml" Id="Rf897e488b80845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b7c0223be04031" /><Relationship Type="http://schemas.openxmlformats.org/officeDocument/2006/relationships/notesMaster" Target="/ppt/notesMasters/notesMaster1.xml" Id="Rcc48229f2efb4f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2b1b85a74d4711" /><Relationship Type="http://schemas.openxmlformats.org/officeDocument/2006/relationships/notesMaster" Target="/ppt/notesMasters/notesMaster1.xml" Id="R986e5711aec6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adc2ac2b624b92" /><Relationship Type="http://schemas.openxmlformats.org/officeDocument/2006/relationships/notesMaster" Target="/ppt/notesMasters/notesMaster1.xml" Id="R8eeaa00aa61c4d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30a0d3159341aa" /><Relationship Type="http://schemas.openxmlformats.org/officeDocument/2006/relationships/notesMaster" Target="/ppt/notesMasters/notesMaster1.xml" Id="Rd3123e354c014c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ca2633a2546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207997db1c4f55" /><Relationship Type="http://schemas.openxmlformats.org/officeDocument/2006/relationships/slideLayout" Target="/ppt/slideLayouts/slideLayout2.xml" Id="R89f791b3907b43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791b3907b43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4e65538274d07" /><Relationship Type="http://schemas.openxmlformats.org/officeDocument/2006/relationships/notesSlide" Target="/ppt/notesSlides/notesSlide1.xml" Id="R538caff041194f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0502eb6a948aa" /><Relationship Type="http://schemas.openxmlformats.org/officeDocument/2006/relationships/notesSlide" Target="/ppt/notesSlides/notesSlide2.xml" Id="R40b8a2ea728c4b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a9eab0a7544734" /><Relationship Type="http://schemas.openxmlformats.org/officeDocument/2006/relationships/notesSlide" Target="/ppt/notesSlides/notesSlide3.xml" Id="Rc632ef6dcdc2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8782fe6c4746ec" /><Relationship Type="http://schemas.openxmlformats.org/officeDocument/2006/relationships/notesSlide" Target="/ppt/notesSlides/notesSlide4.xml" Id="Re425ed24ab5345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51783b8fbc4320" /><Relationship Type="http://schemas.openxmlformats.org/officeDocument/2006/relationships/notesSlide" Target="/ppt/notesSlides/notesSlide5.xml" Id="R7d0b2601f9034f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b25c34b5e44c6" /><Relationship Type="http://schemas.openxmlformats.org/officeDocument/2006/relationships/notesSlide" Target="/ppt/notesSlides/notesSlide6.xml" Id="R514edabf50b04e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c3f3889abe4df3" /><Relationship Type="http://schemas.openxmlformats.org/officeDocument/2006/relationships/notesSlide" Target="/ppt/notesSlides/notesSlide7.xml" Id="R226a9eab224e4c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3dc40a067649df" /><Relationship Type="http://schemas.openxmlformats.org/officeDocument/2006/relationships/notesSlide" Target="/ppt/notesSlides/notesSlide8.xml" Id="Rb7b0b83f2a814b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dd04958a374b1f" /><Relationship Type="http://schemas.openxmlformats.org/officeDocument/2006/relationships/notesSlide" Target="/ppt/notesSlides/notesSlide9.xml" Id="Rd3ae6aa1968740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40006a84284eac" /><Relationship Type="http://schemas.openxmlformats.org/officeDocument/2006/relationships/notesSlide" Target="/ppt/notesSlides/notesSlide10.xml" Id="R8e8b1840b53649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46887-7D69-44B3-A642-BFB2654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E6FDF-E57B-4A12-80C7-100CA8DE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D377A-819A-4031-9CA1-8A7AD1D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AMOBA HOMEWORK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3EA25-91EF-4565-94D9-A9E144CE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rPr>
              <a:t>Amoba Jatek</a:t>
            </a:r>
          </a:p>
          <a:p xmlns:a="http://schemas.openxmlformats.org/drawingml/2006/main">
            <a:pPr algn="l">
              <a:def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rPr>
              <a:t>C# + Avalonia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47DFA-D24D-409B-8E2B-F8F32D1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8A8D2-4415-44D4-8EEB-FD209C6B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Keszitette: Dari Andrea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Targy: Programozasi beadando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Bemutato celja: felhasznaloi utmutato + kod bemutatas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6B81A-47E9-45A5-B792-7C58CAB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1661129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2F8A2-DC94-4CCA-9BDA-92836C6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E3D37-18B2-45DB-B448-B0C6EF6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8FF1C-DAB6-43AE-8660-95BB7A13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TARTALOM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A8AD0-8365-4823-8645-DF1FC373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4E7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54E70"/>
                </a:solidFill>
                <a:latin typeface="Aptos Display"/>
                <a:ea typeface="Aptos Display"/>
                <a:cs typeface="Aptos Display"/>
              </a:rPr>
              <a:t>A bemutato felepitese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14551-6772-4675-9A91-3AB8510E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1B711-9E66-4551-9D5F-DEF17C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resz: Felhasznaloi utmutato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1. Uj jatek inditasa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2. Lepesek kezelese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3. Mentes es betoltes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B resz: Kod ismertetese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4. Logika es adatmodel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5. Szabalyellenorzes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6. Jatek vege kiertes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DC37A-E072-44F6-BE51-BA668B23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175596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5081A-A237-4A80-BF5A-DC1CAD67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8B90C-55CD-4581-83BE-C0E08EAF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91080-DBDC-4CE5-9D0A-87E24CA4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A/1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DEE90-0EB2-4268-8C14-D275130F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B5D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B5D4D"/>
                </a:solidFill>
                <a:latin typeface="Aptos Display"/>
                <a:ea typeface="Aptos Display"/>
                <a:cs typeface="Aptos Display"/>
              </a:rPr>
              <a:t>Uj jatek inditasa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8187A-01E8-4024-A34E-6309E3A3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AE185-BA02-47E3-93DF-1D595EE6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felhasznalo megadja a tabla meretet (N x N).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rendszer ellenorzi, hogy N legalabb 3 legyen.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jatek kezdo allapota ures tabla, es az X kezd.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5543B-322A-4451-AEAB-5342EEF2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945151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0673D-F0F6-49F0-8B0A-BBCC92C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69034-AC7F-46B9-92A9-EC368311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E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DDEE0-E04B-4408-A3BC-47AB013B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A/2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F6703-7F58-423B-9A46-B8D56897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A4E3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6A4E3D"/>
                </a:solidFill>
                <a:latin typeface="Aptos Display"/>
                <a:ea typeface="Aptos Display"/>
                <a:cs typeface="Aptos Display"/>
              </a:rPr>
              <a:t>Lepesek es korvaltas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69C5B-E7FC-4CD8-BAAE-C012446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E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04CDD-411A-4DD6-8395-11E138AD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tablan kattintassal lephetunk az aktualis jatekos jelevel.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Kulon gombokkal is adhatunk X/O lepest sor-oszlop mezokkel.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Csak ures mezore enged lepes, es automatikus a korvaltas.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77F5A-EEB1-4BB8-BEDE-965B2C83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5245542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B1D206-4634-4605-BBE4-275FF6C7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DD28C-8034-4389-8422-191CA9E6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C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02E32-2231-4949-A4BD-FDF677E6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A/3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B0F71-81BD-4B7A-ADF8-6B8370DE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E4C6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3E4C6D"/>
                </a:solidFill>
                <a:latin typeface="Aptos Display"/>
                <a:ea typeface="Aptos Display"/>
                <a:cs typeface="Aptos Display"/>
              </a:rPr>
              <a:t>Jatek mentes es betoltes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482B0-D27C-4D57-9378-4AA43F33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C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AD6EC-8F33-4D62-BB0D-AC457F07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mentett allapot JSON fajlba kerul.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Tarolas: meret, tabla, kovetkezo jatekos, allapot, statisztika.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Betolteskor ellenorzes tortenik, majd ujraepul a teljes UI allapot.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434BD-AE7A-4DF1-89EF-796B83F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1812406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BD8666-C015-4B61-BDBE-E604D672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C86BF-5623-4E3E-AC30-41E3CB6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B69A5-7FD8-455F-87A0-378B688A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B/1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CDA3B-BA3C-4ADF-ADAA-F1755EAE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rPr>
              <a:t>Program felepitese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C812B-08AA-4DAE-ABB0-D7EFE8D8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BB1F7-24C4-4471-BD87-57E95EA9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Konzol valtozat es kulon Avalonia UI projekt egy solutionben.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konzolprojekt kizarta az UI mappa forditasat.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UI MVVM szerkezetben keszult: View + ViewModel + Model jellegu objektumok.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B73D6-9C7C-4DFD-ACBC-3D3A6CC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0788342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E86B52-4E73-4A15-9413-59DE591C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F0EBA-A2E3-410C-A827-A045D1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06799-4CE3-4A67-A15F-F4361A28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B/2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94F6D-972F-4C0E-8673-8AA9C83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15E7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315E7C"/>
                </a:solidFill>
                <a:latin typeface="Aptos Display"/>
                <a:ea typeface="Aptos Display"/>
                <a:cs typeface="Aptos Display"/>
              </a:rPr>
              <a:t>Adatmodell es allapotkezeles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B9AEF-D9FE-4E5C-9B65-C6296187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B8AD6-A620-4F92-913F-FEEF8D72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CellState: Empty, X, O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MatchStatus: InProgress, XWon, OWon, Draw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MainWindowViewModel tarolja a tablat, lepesszamokat, idobelyegeket es a statisztikat.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3D162-AE59-4A7D-971A-71EAF098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8586412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158E0-7D50-4F63-8A4D-8D3A11C1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A0E6A-E905-4E52-9803-BA12FA19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5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25F5E-848A-42A7-AFA0-222C312B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B/3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38979-4D6F-49F9-86CA-5110927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655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E6556"/>
                </a:solidFill>
                <a:latin typeface="Aptos Display"/>
                <a:ea typeface="Aptos Display"/>
                <a:cs typeface="Aptos Display"/>
              </a:rPr>
              <a:t>Szabalyellenorzes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29803-D57B-41A8-9926-28B9F665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5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86E7C-1EE3-4748-9918-2D182EC1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Lepes elott ellenorzes: jatek allapot, tabla hatar, aktualis jatekos, ures mezo.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Hibas lepesnel felhasznaloi uzenet jelenik meg.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Ezzel biztosithato, hogy csak szabalyos lepes keruljon rogzitesre.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CFC9F-BEAC-4849-916B-E70AC207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9535607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01750-71E1-48C7-A495-E02C472E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CD065-1408-4D70-A6D8-FF3E7F10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9EA2E-2B2A-4ABA-8102-14CBA8F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B/4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0B52C-AE60-4B79-9C7B-9DD521BE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F4E3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6F4E37"/>
                </a:solidFill>
                <a:latin typeface="Aptos Display"/>
                <a:ea typeface="Aptos Display"/>
                <a:cs typeface="Aptos Display"/>
              </a:rPr>
              <a:t>Gyzelemvizsgalat es statisztika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1D4F9-8AF3-4718-A106-67B292D6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C7781-2888-4F01-8AC1-01094CB9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Minden lepes utan 4 iranyban tortenik vonalvizsgalat: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- sor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- oszlop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- foatlo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- mellekatlo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Ha nincs tobb ures mezo, dontetlen.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Folyamatos statisztika: lepesek, ures mezok, eltelt 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F3B0C-9519-47A6-AC07-E9A3ED3F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2201945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3A2A5D-4350-4CD9-A429-82EDB3C0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0AD2F-A255-4CA9-A50B-F3CEC93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30600-88F9-426B-90AF-608C57AF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3"/>
                </a:solidFill>
                <a:latin typeface="Aptos"/>
                <a:ea typeface="Aptos"/>
                <a:cs typeface="Aptos"/>
              </a:rPr>
              <a:t>OSSZEFOGLALAS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0E68C-4C24-4644-8B1F-DED3CD61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F3B5B"/>
                </a:solidFill>
                <a:latin typeface="Aptos Display"/>
                <a:ea typeface="Aptos Display"/>
                <a:cs typeface="Aptos Display"/>
              </a:rPr>
              <a:t>Eredmeny es tovabblepesek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99FB0-D4FD-4775-9322-DCC23D50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D48A2-EAAF-4EFF-8EF4-C49EBDA1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6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A feladat teljesitve: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- mukodo C# konzolos amoba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- mukodo Avalonia UI</a:t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- mentes, betoltes, statisztika, jatekveg-ertekeles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Tovabblepes: AI ellenfel, undo funkcio, jobb vizualis tema.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01914-09DD-4A97-8925-50C44468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56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663"/>
                </a:solidFill>
                <a:latin typeface="Aptos"/>
                <a:ea typeface="Aptos"/>
                <a:cs typeface="Aptos"/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1657814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2026-05-10T10:11:11.6260000Z</dcterms:created>
  <dcterms:modified xsi:type="dcterms:W3CDTF">2026-05-10T10:11:11.6260000Z</dcterms:modified>
</coreProperties>
</file>